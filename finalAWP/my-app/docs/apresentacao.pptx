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822960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of a Web Application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15727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Web Programming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2066544"/>
            <a:ext cx="4572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21284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Raphael Malburg  (a22500074)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2615184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 Neves  (a22508912)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312724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Jose Joaquim Magalhaes Moreira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352958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 Gaia  |  2025/2026 - 1st Semester  |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4233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Web Programming  |  2025/2026 - 1st Semester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0" y="49423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a22500074  /  a22508912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40690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1556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3319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Next.js?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737360"/>
            <a:ext cx="40690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84708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33272" y="1847088"/>
            <a:ext cx="3319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and Evolution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468880"/>
            <a:ext cx="40690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57860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33272" y="2578608"/>
            <a:ext cx="3319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Main 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200400"/>
            <a:ext cx="40690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31012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33272" y="3310128"/>
            <a:ext cx="3319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Disadvantages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0690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11556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85232" y="1115568"/>
            <a:ext cx="3319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of Use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737360"/>
            <a:ext cx="40690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84708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85232" y="1847088"/>
            <a:ext cx="3319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Application – Market Dashboard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468880"/>
            <a:ext cx="40690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57860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85232" y="2578608"/>
            <a:ext cx="3319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Difficulties, Limitations and Improvements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3200400"/>
            <a:ext cx="40690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31012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285232" y="3310128"/>
            <a:ext cx="3319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and Feedback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Next.js?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and context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94233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Web Programming  |  2025/2026 - 1st Semester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0" y="49423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a22500074  /  a22508912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005840"/>
            <a:ext cx="8321040" cy="8046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097280"/>
            <a:ext cx="8028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is an open-source React framework created by Vercel in 2016. It extends React with server-side rendering, static site generation, file-system-based routing, and integrated API Routes — all within a single codebase.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965960"/>
            <a:ext cx="1977390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048256"/>
            <a:ext cx="17945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2322576"/>
            <a:ext cx="179451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Vercel, Inc.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(2016 – Guillermo Rauch)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26030" y="1965960"/>
            <a:ext cx="1977390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5758" y="2048256"/>
            <a:ext cx="17945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35758" y="2322576"/>
            <a:ext cx="179451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(Meta's UI library)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40580" y="1965960"/>
            <a:ext cx="1977390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0308" y="2048256"/>
            <a:ext cx="17945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0308" y="2322576"/>
            <a:ext cx="179451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(open-source)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55130" y="1965960"/>
            <a:ext cx="1977390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4858" y="2048256"/>
            <a:ext cx="17945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64858" y="2322576"/>
            <a:ext cx="179451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16.x (2026)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 k GitHub stars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and Evolution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 of the framework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94233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Web Programming  |  2025/2026 - 1st Semester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0" y="49423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a22500074  /  a22508912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78992" y="1005840"/>
            <a:ext cx="45720" cy="38450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2980" y="1042416"/>
            <a:ext cx="237744" cy="23774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05840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1005840"/>
            <a:ext cx="7360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9616" y="1051560"/>
            <a:ext cx="7196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– Launch (SSR, zero config, 6 core principles)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82980" y="1591709"/>
            <a:ext cx="237744" cy="23774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555133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1555133"/>
            <a:ext cx="7360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99616" y="1600853"/>
            <a:ext cx="7196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   – Automatic dynamic routes, SSG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82980" y="2141002"/>
            <a:ext cx="237744" cy="23774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104426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0" y="2104426"/>
            <a:ext cx="7360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99616" y="2150146"/>
            <a:ext cx="7196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  – Image optimisation (next/image), ISR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82980" y="2690295"/>
            <a:ext cx="237744" cy="23774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653719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71600" y="2653719"/>
            <a:ext cx="7360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99616" y="2699439"/>
            <a:ext cx="7196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  – Rust compiler (SWC), Edge Middleware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82980" y="3239589"/>
            <a:ext cx="237744" cy="23774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203013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371600" y="3203013"/>
            <a:ext cx="7360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99616" y="3248733"/>
            <a:ext cx="7196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v13  – App Router, React Server Components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82980" y="3788882"/>
            <a:ext cx="237744" cy="23774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752306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371600" y="3752306"/>
            <a:ext cx="7360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99616" y="3798026"/>
            <a:ext cx="7196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  – Server Actions, Turbopack (stable)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82980" y="4338175"/>
            <a:ext cx="237744" cy="23774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301599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371600" y="4301599"/>
            <a:ext cx="736092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9616" y="4347319"/>
            <a:ext cx="7196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v16  – RSC refinements, performance improvements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Main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4233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Web Programming  |  2025/2026 - 1st Semester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0" y="49423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a22500074  /  a22508912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4069080" cy="119024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097280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Rendering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1389888"/>
            <a:ext cx="3831336" cy="733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· SSG · ISR · CSR – choose per route or component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69080" cy="119024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097280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+ Server Components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91456" y="1389888"/>
            <a:ext cx="3831336" cy="733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run on server; no extra JS sent to client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287524"/>
            <a:ext cx="4069080" cy="119024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378964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(Full-Stack)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2671572"/>
            <a:ext cx="3831336" cy="733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REST endpoints — no separate server needed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287524"/>
            <a:ext cx="4069080" cy="119024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2378964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Optimisations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91456" y="2671572"/>
            <a:ext cx="3831336" cy="733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splitting · route prefetch · next/image · next/font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569208"/>
            <a:ext cx="4069080" cy="119024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" y="3660648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Runtime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953256"/>
            <a:ext cx="3831336" cy="733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close to the user; reduced latency globally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569208"/>
            <a:ext cx="4069080" cy="119024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3660648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SWC Compiler (Rust)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91456" y="3953256"/>
            <a:ext cx="3831336" cy="733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up to 17x faster than Babel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Next.js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4233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Web Programming  |  2025/2026 - 1st Semester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0" y="49423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a22500074  /  a22508912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8321040" cy="49442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05840"/>
            <a:ext cx="109728" cy="494429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051560"/>
            <a:ext cx="8046720" cy="402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rendering – choose the ideal strategy per route (SSR, SSG, ISR, CSR)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1555133"/>
            <a:ext cx="8321040" cy="49442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555133"/>
            <a:ext cx="109728" cy="494429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600853"/>
            <a:ext cx="8046720" cy="402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Developer Experience (DX) – zero config, hot-reload, native TypeScript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104426"/>
            <a:ext cx="8321040" cy="49442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104426"/>
            <a:ext cx="109728" cy="494429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150146"/>
            <a:ext cx="8046720" cy="402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– automatic code splitting, route prefetch, image/font optimisation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2653719"/>
            <a:ext cx="8321040" cy="49442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653719"/>
            <a:ext cx="109728" cy="494429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699439"/>
            <a:ext cx="8046720" cy="402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in a single codebase – API Routes and Server Actions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203013"/>
            <a:ext cx="8321040" cy="49442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203013"/>
            <a:ext cx="109728" cy="494429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48733"/>
            <a:ext cx="8046720" cy="402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SEO – indexable content via SSR/SSG, unlike pure SPA applications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752306"/>
            <a:ext cx="8321040" cy="49442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752306"/>
            <a:ext cx="109728" cy="494429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98026"/>
            <a:ext cx="8046720" cy="402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– used in production by Netflix, TikTok, Hulu, GitHub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" y="4301599"/>
            <a:ext cx="8321040" cy="49442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301599"/>
            <a:ext cx="109728" cy="494429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347319"/>
            <a:ext cx="8046720" cy="402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ecosystem – React community, extensive documentation, Vercel integration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 and 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4233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Web Programming  |  2025/2026 - 1st Semester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0" y="49423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a22500074  /  a22508912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8321040" cy="57683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05840"/>
            <a:ext cx="109728" cy="57683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051560"/>
            <a:ext cx="8046720" cy="485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 – App Router and React Server Components require a paradigm shift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1646682"/>
            <a:ext cx="8321040" cy="57683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646682"/>
            <a:ext cx="109728" cy="57683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692402"/>
            <a:ext cx="8046720" cy="485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complexity – server/client boundary can be hard to manage in large projects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287524"/>
            <a:ext cx="8321040" cy="57683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287524"/>
            <a:ext cx="109728" cy="57683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333244"/>
            <a:ext cx="8046720" cy="485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dependency – commercial interests may influence the framework's direction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2928366"/>
            <a:ext cx="8321040" cy="57683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928366"/>
            <a:ext cx="109728" cy="57683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74086"/>
            <a:ext cx="8046720" cy="485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starts in serverless – initial latency on platforms without warm instances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569208"/>
            <a:ext cx="8321040" cy="57683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569208"/>
            <a:ext cx="109728" cy="57683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614928"/>
            <a:ext cx="8046720" cy="485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times – projects with many static pages can have lengthy compilation times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4210050"/>
            <a:ext cx="8321040" cy="57683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210050"/>
            <a:ext cx="109728" cy="57683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55770"/>
            <a:ext cx="8046720" cy="485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vendor lock-in – advanced features optimised for Vercel infrastructure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Areas of Use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4233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Web Programming  |  2025/2026 - 1st Semester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0" y="49423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a22500074  /  a22508912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4069080" cy="119024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097280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1389888"/>
            <a:ext cx="3831336" cy="733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SSG + ISR for high-performance product pages (Shopify, Nike)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69080" cy="119024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097280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Platforms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91456" y="1389888"/>
            <a:ext cx="3831336" cy="733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and RSC for dashboards and complex interfaces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287524"/>
            <a:ext cx="4069080" cy="119024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378964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Portals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2671572"/>
            <a:ext cx="3831336" cy="733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SSG for blogs, newspapers, and documentation sites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287524"/>
            <a:ext cx="4069080" cy="119024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2378964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91456" y="2671572"/>
            <a:ext cx="3831336" cy="733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for simple backends without extra infrastructure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569208"/>
            <a:ext cx="4069080" cy="119024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" y="3660648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Dashboards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953256"/>
            <a:ext cx="3831336" cy="733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rendering for live data with ISR and polling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569208"/>
            <a:ext cx="4069080" cy="119024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3660648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Applications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91456" y="3953256"/>
            <a:ext cx="3831336" cy="733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and native TypeScript accelerate development cycles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Alternatives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4233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Web Programming  |  2025/2026 - 1st Semester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0" y="49423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a22500074  /  a22508912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55448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" y="104241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65960" y="1005840"/>
            <a:ext cx="100584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0824" y="104241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71800" y="1005840"/>
            <a:ext cx="196596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6664" y="1042416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005840"/>
            <a:ext cx="105156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92624" y="104241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1005840"/>
            <a:ext cx="329184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44184" y="10424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1426464"/>
            <a:ext cx="1554480" cy="637337"/>
          </a:xfrm>
          <a:prstGeom prst="rect">
            <a:avLst/>
          </a:prstGeom>
          <a:solidFill>
            <a:srgbClr val="DBEAFE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" y="1463040"/>
            <a:ext cx="146304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65960" y="1426464"/>
            <a:ext cx="1005840" cy="637337"/>
          </a:xfrm>
          <a:prstGeom prst="rect">
            <a:avLst/>
          </a:prstGeom>
          <a:solidFill>
            <a:srgbClr val="DBEAFE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0824" y="1463040"/>
            <a:ext cx="91440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71800" y="1426464"/>
            <a:ext cx="1965960" cy="637337"/>
          </a:xfrm>
          <a:prstGeom prst="rect">
            <a:avLst/>
          </a:prstGeom>
          <a:solidFill>
            <a:srgbClr val="DBEAFE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26664" y="1463040"/>
            <a:ext cx="187452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SSR/SSG/ISR/CSR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1426464"/>
            <a:ext cx="1051560" cy="637337"/>
          </a:xfrm>
          <a:prstGeom prst="rect">
            <a:avLst/>
          </a:prstGeom>
          <a:solidFill>
            <a:srgbClr val="DBEAFE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1463040"/>
            <a:ext cx="96012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89320" y="1426464"/>
            <a:ext cx="3291840" cy="637337"/>
          </a:xfrm>
          <a:prstGeom prst="rect">
            <a:avLst/>
          </a:prstGeom>
          <a:solidFill>
            <a:srgbClr val="DBEAFE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44184" y="1463040"/>
            <a:ext cx="320040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and DX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2100377"/>
            <a:ext cx="1554480" cy="637337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" y="2136953"/>
            <a:ext cx="146304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Nuxt.js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65960" y="2100377"/>
            <a:ext cx="1005840" cy="637337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20824" y="2136953"/>
            <a:ext cx="91440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71800" y="2100377"/>
            <a:ext cx="1965960" cy="637337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26664" y="2136953"/>
            <a:ext cx="187452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SSR/SSG/CSR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2100377"/>
            <a:ext cx="1051560" cy="637337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2624" y="2136953"/>
            <a:ext cx="96012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89320" y="2100377"/>
            <a:ext cx="3291840" cy="637337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44184" y="2136953"/>
            <a:ext cx="320040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ecosystem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2774290"/>
            <a:ext cx="1554480" cy="637337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" y="2810866"/>
            <a:ext cx="146304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SvelteKit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965960" y="2774290"/>
            <a:ext cx="1005840" cy="637337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0824" y="2810866"/>
            <a:ext cx="91440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Svelte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971800" y="2774290"/>
            <a:ext cx="1965960" cy="637337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26664" y="2810866"/>
            <a:ext cx="187452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SSR/SSG/CSR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37760" y="2774290"/>
            <a:ext cx="1051560" cy="637337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92624" y="2810866"/>
            <a:ext cx="96012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89320" y="2774290"/>
            <a:ext cx="3291840" cy="637337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44184" y="2810866"/>
            <a:ext cx="320040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small bundle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11480" y="3448202"/>
            <a:ext cx="1554480" cy="637337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" y="3484778"/>
            <a:ext cx="146304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965960" y="3448202"/>
            <a:ext cx="1005840" cy="637337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20824" y="3484778"/>
            <a:ext cx="91440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971800" y="3448202"/>
            <a:ext cx="1965960" cy="637337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26664" y="3484778"/>
            <a:ext cx="187452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937760" y="3448202"/>
            <a:ext cx="1051560" cy="637337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92624" y="3484778"/>
            <a:ext cx="96012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989320" y="3448202"/>
            <a:ext cx="3291840" cy="637337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44184" y="3484778"/>
            <a:ext cx="320040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standards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11480" y="4122115"/>
            <a:ext cx="1554480" cy="637337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6344" y="4158691"/>
            <a:ext cx="146304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965960" y="4122115"/>
            <a:ext cx="1005840" cy="637337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20824" y="4158691"/>
            <a:ext cx="91440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971800" y="4122115"/>
            <a:ext cx="1965960" cy="637337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26664" y="4158691"/>
            <a:ext cx="187452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SSG/MPA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937760" y="4122115"/>
            <a:ext cx="1051560" cy="637337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92624" y="4158691"/>
            <a:ext cx="96012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989320" y="4122115"/>
            <a:ext cx="3291840" cy="637337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044184" y="4158691"/>
            <a:ext cx="3200400" cy="564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content sites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11480" y="485089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highlighted in blue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application built with Next.js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94233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Web Programming  |  2025/2026 - 1st Semester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0" y="49423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a22500074  /  a22508912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005840"/>
            <a:ext cx="8321040" cy="65836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097280"/>
            <a:ext cx="8028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financial data visualisation platform, developed to demonstrate Next.js capabilities in a production-like context.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4069080" cy="150190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1847088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Dashboard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" y="2139696"/>
            <a:ext cx="3831336" cy="1044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assets (BTC, ETH, AAPL, MSFT, TSLA, NVDA) with live prices and search filter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755648"/>
            <a:ext cx="4069080" cy="150190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847088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91456" y="2139696"/>
            <a:ext cx="3831336" cy="1044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routes /market/[ticker] with open, high, low, volume metrics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348990"/>
            <a:ext cx="4069080" cy="150190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" y="3440430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Candlestick Chart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3733038"/>
            <a:ext cx="3831336" cy="1044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Timeframes 1m to 1W; infinite scroll for history; 15-second polling via API Route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348990"/>
            <a:ext cx="4069080" cy="150190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3440430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91456" y="3733038"/>
            <a:ext cx="3831336" cy="1044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20, MA 50, Bollinger Bands (20 periods, sigma=2); computed on client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Features in Practice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framework was used in the application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94233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Web Programming  |  2025/2026 - 1st Semester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0" y="49423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a22500074  /  a22508912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005840"/>
            <a:ext cx="8321040" cy="58597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60704"/>
            <a:ext cx="260604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Router + RSC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18288" cy="40309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60704"/>
            <a:ext cx="539496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/market and /market/[ticker] are Server Components – no extra JS on client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646682"/>
            <a:ext cx="8321040" cy="58597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701546"/>
            <a:ext cx="260604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738122"/>
            <a:ext cx="18288" cy="40309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701546"/>
            <a:ext cx="539496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/api/stocks and GET /api/ohlcv/[ticker] – proxy to Yahoo Finance, no separate backend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287524"/>
            <a:ext cx="8321040" cy="58597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342388"/>
            <a:ext cx="260604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 (revalidate: 30 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2378964"/>
            <a:ext cx="18288" cy="40309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342388"/>
            <a:ext cx="539496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response caching; automatic invalidation without recompiling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928366"/>
            <a:ext cx="8321040" cy="58597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983230"/>
            <a:ext cx="260604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next/dynamic (ssr:false)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019806"/>
            <a:ext cx="18288" cy="40309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983230"/>
            <a:ext cx="539496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lightweight-charts (DOM access) imported dynamically; avoids hydration errors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569208"/>
            <a:ext cx="8321040" cy="58597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624072"/>
            <a:ext cx="260604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generateMetadata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3660648"/>
            <a:ext cx="18288" cy="40309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624072"/>
            <a:ext cx="539496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per-ticker metadata for SEO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4210050"/>
            <a:ext cx="8321040" cy="58597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264914"/>
            <a:ext cx="260604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notFound()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4301490"/>
            <a:ext cx="18288" cy="40309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4264914"/>
            <a:ext cx="539496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invalid tickers to Next.js native 404 page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Difficulties and 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4233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Web Programming  |  2025/2026 - 1st Semester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0" y="49423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a22500074  /  a22508912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4069080" cy="384505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05840"/>
            <a:ext cx="4069080" cy="384505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115568"/>
            <a:ext cx="3831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" y="1554480"/>
            <a:ext cx="9144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157276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Unofficial Yahoo Finance API – null fields, unavailability risk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" y="2322576"/>
            <a:ext cx="9144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34086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lightweight-charts v5 – API changed; identified via source code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" y="3090672"/>
            <a:ext cx="9144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1089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vs client – next/dynamic required for DOM-dependent libraries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" y="3858768"/>
            <a:ext cx="9144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87705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– concurrent polling, scroll, and TF switching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91456" y="1115568"/>
            <a:ext cx="3831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91456" y="1572768"/>
            <a:ext cx="9144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58191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Unofficial API – risk of breaking without notice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91456" y="2212848"/>
            <a:ext cx="9144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22199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fixed tickers – no free search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91456" y="2852928"/>
            <a:ext cx="9144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86207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15-second polling – not genuine WebSocket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91456" y="3493008"/>
            <a:ext cx="9144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50215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or portfolio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91456" y="4133088"/>
            <a:ext cx="9144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414223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1-minute history limited to 7 days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and Feedback on Next.js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94233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Web Programming  |  2025/2026 - 1st Semester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0" y="49423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a22500074  /  a22508912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8321040" cy="8046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97280"/>
            <a:ext cx="8028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proves to be a solid choice for modern web applications: hybrid rendering, the full-stack model, and Developer Experience justify its growing adoption. The App Router learning curve is real, but the investment is rewarded by the quality of the final product.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4069080" cy="144703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2011680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" y="2304288"/>
            <a:ext cx="3831336" cy="989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Flexibility, DX, full-stack, performance, SEO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4069080" cy="144703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2011680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to improve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91456" y="2304288"/>
            <a:ext cx="3831336" cy="989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RSC learning curve, Vercel dependency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458718"/>
            <a:ext cx="4069080" cy="144703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550158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9496" y="3842766"/>
            <a:ext cx="3831336" cy="989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E-commerce, SaaS, dashboards, content portals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458718"/>
            <a:ext cx="4069080" cy="144703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3550158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91456" y="3842766"/>
            <a:ext cx="3831336" cy="989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WebSocket, official API, more indicators, portfolio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0" y="2926080"/>
            <a:ext cx="36576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09067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Raphael Malburg  |  a22500074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349300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 Neves  |  a22508912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0416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Web Programming  |  2025/2026 - 1st Semester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Next.js – Advanced Web Programming</dc:title>
  <dc:subject>Advanced Web Programming</dc:subject>
  <dc:creator>Raphael Malburg, Andre Neves</dc:creator>
  <cp:lastModifiedBy>Raphael Malburg, Andre Neves</cp:lastModifiedBy>
  <cp:revision>1</cp:revision>
  <dcterms:created xsi:type="dcterms:W3CDTF">2026-05-21T16:09:03Z</dcterms:created>
  <dcterms:modified xsi:type="dcterms:W3CDTF">2026-05-21T16:09:03Z</dcterms:modified>
</cp:coreProperties>
</file>