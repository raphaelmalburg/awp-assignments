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BEA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Investigacao e Desenvolvimento de uma Aplicacao Web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2148840"/>
            <a:ext cx="4572000" cy="2743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33172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Estudante 1]  (N. XXXXXX)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71576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Estudante 2]  (N. XXXXXX)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Docente: [Nome do/a Docente]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7200" y="3703320"/>
            <a:ext cx="8229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da Universidade]  |  2025/2026 - 1. Semestre  |  Maio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124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24128" y="11521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 o Next.js?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1901952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19751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24128" y="20025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e Evolucao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11480" y="2752344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8254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024128" y="285292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Funcionalidades Principais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11480" y="3602736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6758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24128" y="3703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e Desvantagens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892040" y="1051560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12471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504688" y="115214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de Utilizacao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892040" y="1901952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0" y="197510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5504688" y="200253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Aplicacao de Demonstracao – Market Dashboard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892040" y="2752344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282549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5504688" y="285292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Dificuldades, Limitacoes e Melhorias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892040" y="3602736"/>
            <a:ext cx="4251960" cy="6858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29200" y="36758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504688" y="3703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Conclusoes e Feedback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 o Next.js?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Definicao e contexto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78992"/>
            <a:ext cx="832104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152144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e um framework React de codigo aberto criado pela Vercel em 2016, que estende o React com renderizacao do lado do servidor, geracao de conteudo estatico, roteamento baseado no sistema de ficheiros e API Routes integradas, numa unica base de codigo.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11480" y="2103120"/>
            <a:ext cx="1965960" cy="12344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2176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Criado por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245059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Vercel, Inc.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(2016 – Guillermo Rauch)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2103120"/>
            <a:ext cx="1965960" cy="12344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2176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651760" y="245059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(biblioteca de UI da Meta)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17720" y="2103120"/>
            <a:ext cx="1965960" cy="12344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54880" y="2176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Licenca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245059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(open-source)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720840" y="2103120"/>
            <a:ext cx="1965960" cy="12344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0" y="217627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Versao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0" y="2450592"/>
            <a:ext cx="1783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16.x (2026)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~130 k estrelas GitHub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 e Evolucao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marcos do framework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097280" y="1097280"/>
            <a:ext cx="45720" cy="356616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87552" y="1115568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1078992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417320" y="1078992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124712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 – Lancamento (SSR simples, zero config)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87552" y="1645920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" y="1609344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417320" y="1609344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54480" y="1655064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v9   – Rotas dinamicas automaticas, SSG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987552" y="2176272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" y="2139696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417320" y="2139696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554480" y="2185416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v10  – Otimizacao de imagens (next/image), ISR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87552" y="2706624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1480" y="2670048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417320" y="2670048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54480" y="2715768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v12  – Compilador Rust (SWC), Middleware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87552" y="3236976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" y="3200400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417320" y="3200400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3246120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v13  – App Router, React Server Components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87552" y="3767328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1480" y="3730752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417320" y="3730752"/>
            <a:ext cx="7223760" cy="3840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554480" y="3776472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v14  – Server Actions, Turbopack (stable)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87552" y="4297680"/>
            <a:ext cx="256032" cy="256032"/>
          </a:xfrm>
          <a:prstGeom prst="ellipse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11480" y="4261104"/>
            <a:ext cx="5486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417320" y="4261104"/>
            <a:ext cx="7223760" cy="384048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54480" y="4306824"/>
            <a:ext cx="6949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v16  – Refinamentos RSC, melhorias de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e Funcionalidades Principais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15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Renderizacao Hibrida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139903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· SSG · ISR · CSR – escolha por rota ou componente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115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+ Server Components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1768" y="139903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executados no servidor; sem JS extra no cliente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14884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21284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 (Full-Stack)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2496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REST integrados sem servidor separado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214884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221284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Otimizacoes automaticas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01768" y="249631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splitting · prefetch de rotas · next/image · next/font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24612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310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Runtime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359359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Funcoes proximas do utilizador; latencia reduzida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46320" y="3246120"/>
            <a:ext cx="4251960" cy="91440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01768" y="331012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Compilador SWC (Rust)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01768" y="3593592"/>
            <a:ext cx="393192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Builds ate 17x mais rapidos vs. Babel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Vantagens do Next.js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115568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Renderizacao hibrida – escolha da estrategia ideal por rota (SSR, SSG, ISR, CSR)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591056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591056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1655064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(DX) excelente – zero config, hot-reload, TypeScript nativo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130552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130552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194560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– code splitting automatico, prefetch, otimizacao de imagens/fontes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670048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670048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734056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numa unica base de codigo – API Routes e Server Actions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209544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209544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273552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 nativo – conteudo indexavel via SSR/SSG, ao contrario de SPA puras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3749040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3749040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813048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Escalabilidade – usado por Netflix, TikTok, Hulu, GitHub em producao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11480" y="4288536"/>
            <a:ext cx="8321040" cy="43891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288536"/>
            <a:ext cx="109728" cy="438912"/>
          </a:xfrm>
          <a:prstGeom prst="rect">
            <a:avLst/>
          </a:prstGeom>
          <a:solidFill>
            <a:srgbClr val="15803D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352544"/>
            <a:ext cx="78638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maduro – comunidade React, documentacao extensa, integracao Vercel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Desvantagens e Limitacoes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11480" y="1051560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112471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aprendizagem – App Router e React Server Components exigem mudanca de paradigma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11480" y="1682496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82496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175564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Complexidade crescente – fronteira servidor/cliente pode ser dificil de gerir em projetos grandes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2313432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2313432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86584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Dependencia da Vercel – interesses comerciais podem influenciar a direcao do framework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11480" y="2944368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1480" y="2944368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017520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starts em serverless – latencia inicial em plataformas sem instancias aquecidas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11480" y="3575304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3575304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648456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times – projetos com muitas paginas estaticas podem ter compilacoes demoradas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4206240"/>
            <a:ext cx="8321040" cy="512064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11480" y="4206240"/>
            <a:ext cx="109728" cy="512064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279392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lock-in potencial – funcionalidades avancadas otimizadas para infraestrutura Vercel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Principais Areas de Utilizacao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15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E-commerce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1408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 + ISR para paginas de produto de alta performance (Shopify, Nike)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846320" y="1051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01768" y="1115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Plataformas SaaS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01768" y="1408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Router e RSC para dashboards e interfaces complexas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11480" y="2194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258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Portais de Conteudo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66928" y="2551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 para blogs, jornais e sites de documentacao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46320" y="2194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1768" y="2258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APIs Full-Stack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01768" y="2551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Routes para backends simples sem infraestrutura adicional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11480" y="3337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6928" y="3401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de Dados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66928" y="3694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Renderizacao hibrida para dados ao vivo com ISR e polling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846320" y="3337560"/>
            <a:ext cx="4251960" cy="96012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01768" y="340156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Aplicacoes Internas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01768" y="3694176"/>
            <a:ext cx="3931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Experience e TypeScript nativo aceleram o desenvolvimento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Comparacao com Alternativas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15544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" y="109728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965960" y="1051560"/>
            <a:ext cx="10972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20824" y="10972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63240" y="1051560"/>
            <a:ext cx="20116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18104" y="10972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Renderizacao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74920" y="1051560"/>
            <a:ext cx="10972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9784" y="1097280"/>
            <a:ext cx="1005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72200" y="1051560"/>
            <a:ext cx="2011680" cy="384048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27064" y="1097280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Forte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11480" y="1435608"/>
            <a:ext cx="1554480" cy="530352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6344" y="149047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965960" y="1435608"/>
            <a:ext cx="1097280" cy="530352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20824" y="149047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63240" y="1435608"/>
            <a:ext cx="2011680" cy="530352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18104" y="149047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SSR/SSG/ISR/CSR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74920" y="1435608"/>
            <a:ext cx="1097280" cy="530352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29784" y="149047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72200" y="1435608"/>
            <a:ext cx="2011680" cy="530352"/>
          </a:xfrm>
          <a:prstGeom prst="rect">
            <a:avLst/>
          </a:prstGeom>
          <a:solidFill>
            <a:srgbClr val="DBEAFE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27064" y="149047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 e DX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11480" y="1984248"/>
            <a:ext cx="15544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344" y="203911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Nuxt.js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965960" y="1984248"/>
            <a:ext cx="10972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20824" y="203911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Vue 3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063240" y="1984248"/>
            <a:ext cx="20116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18104" y="203911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SSR/SSG/CSR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74920" y="1984248"/>
            <a:ext cx="10972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129784" y="203911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1984248"/>
            <a:ext cx="20116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227064" y="203911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Ecossistema Vue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11480" y="2532888"/>
            <a:ext cx="15544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" y="258775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SvelteKit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65960" y="2532888"/>
            <a:ext cx="10972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20824" y="258775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Svelte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3063240" y="2532888"/>
            <a:ext cx="20116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118104" y="258775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SSR/SSG/CSR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74920" y="2532888"/>
            <a:ext cx="10972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9784" y="258775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172200" y="2532888"/>
            <a:ext cx="20116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27064" y="258775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/ bundle reduzido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11480" y="3081528"/>
            <a:ext cx="15544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66344" y="313639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Remix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1965960" y="3081528"/>
            <a:ext cx="10972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020824" y="313639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3063240" y="3081528"/>
            <a:ext cx="20116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118104" y="313639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074920" y="3081528"/>
            <a:ext cx="10972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29784" y="313639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172200" y="3081528"/>
            <a:ext cx="2011680" cy="530352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227064" y="313639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standards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411480" y="3630168"/>
            <a:ext cx="15544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6344" y="368503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Astro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1965960" y="3630168"/>
            <a:ext cx="10972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020824" y="368503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3063240" y="3630168"/>
            <a:ext cx="20116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118104" y="368503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SSG/MPA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5074920" y="3630168"/>
            <a:ext cx="10972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29784" y="3685032"/>
            <a:ext cx="10058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Parcial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6172200" y="3630168"/>
            <a:ext cx="2011680" cy="530352"/>
          </a:xfrm>
          <a:prstGeom prst="rect">
            <a:avLst/>
          </a:prstGeom>
          <a:solidFill>
            <a:srgbClr val="F1F5F9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227064" y="3685032"/>
            <a:ext cx="19202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de conteudo estatico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411480" y="4251960"/>
            <a:ext cx="8321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Next.js destacado a azul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Dashboard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Aplicacao desenvolvida com Next.js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51560"/>
            <a:ext cx="8321040" cy="566928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15568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de visualizacao de dados financeiros em tempo real, desenvolvida para demonstrar as capacidades do Next.js em contexto de producao.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11480" y="1783080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184708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Mercado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66928" y="215798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 de 6 ativos (BTC, ETH, AAPL, MSFT, TSLA, NVDA) com precos ao vivo e filtro de pesquisa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846320" y="1783080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01768" y="184708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Paginas de Detalhe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01768" y="215798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Rotas dinamicas /market/[ticker] com metricas de abertura, maximo, minimo e volume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2971800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66928" y="303580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Grafico de Candlestick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334670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Timeframes 1m a 1W; scroll infinito para historico; polling a 15 s via API Route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846320" y="2971800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01768" y="3035808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Tecnicos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01768" y="3346704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 20, MA 50, Bandas de Bollinger (20 per., sigma=2); calculados no cliente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do Next.js na Pratica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11480" y="713232"/>
            <a:ext cx="8321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framework foi utilizado na aplicacao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5156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11556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 Router + RSC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3383280" y="111556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Paginas /market e /market/[ticker] sao Server Components – sem JS extra no cliente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69164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175564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Routes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83280" y="175564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/api/stocks e GET /api/ohlcv/[ticker] – proxy para Yahoo Finance, sem backend separado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11480" y="233172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39572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ISR (revalidate: 30 s)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383280" y="239572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 das respostas de preco; invalidacao automatica sem re-compilar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" y="297180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03580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next/dynamic (ssr:false)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383280" y="303580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lightweight-charts (acede ao DOM) importado dinamicamente; evita erros de hidratacao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11480" y="361188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7588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generateMetadata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3383280" y="367588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Metadados dinamicos por ticker para SEO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11480" y="4251960"/>
            <a:ext cx="8321040" cy="530352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315968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D4E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notFound()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3383280" y="4315968"/>
            <a:ext cx="5212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Redireciona tickers invalidos para pagina 404 nativa do Next.js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 e Limitacoes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4160520" cy="35844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15568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Dificuldades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1554480"/>
            <a:ext cx="9144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1572768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nao oficial do Yahoo Finance – campos nulos, risco de indisponibilidade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2304288"/>
            <a:ext cx="9144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2322576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lightweight-charts v5 – API alterada, identificada via codigo-fonte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3054096"/>
            <a:ext cx="9144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9808" y="3072384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SSR vs. cliente – next/dynamic necessario para bibliotecas DOM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803904"/>
            <a:ext cx="91440" cy="457200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3822192"/>
            <a:ext cx="3611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Condicoes de corrida – polling + scroll + troca de TF em simultaneo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663440" y="1051560"/>
            <a:ext cx="4069080" cy="3584448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28032" y="1115568"/>
            <a:ext cx="3657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Limitacoes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28032" y="1572768"/>
            <a:ext cx="914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29200" y="1591056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nao oficial – risco de quebra sem aviso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828032" y="2194560"/>
            <a:ext cx="914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0" y="2212848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tickers fixos – sem pesquisa livre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828032" y="2816352"/>
            <a:ext cx="914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0" y="283464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Polling 15 s – nao e WebSocket genuino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828032" y="3438144"/>
            <a:ext cx="914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9200" y="3456432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autenticacao nem portfolio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828032" y="4059936"/>
            <a:ext cx="91440" cy="365760"/>
          </a:xfrm>
          <a:prstGeom prst="rect">
            <a:avLst/>
          </a:prstGeom>
          <a:solidFill>
            <a:srgbClr val="B91C1C"/>
          </a:solidFill>
          <a:ln w="12700">
            <a:solidFill>
              <a:srgbClr val="B91C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0" y="4078224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Historico 1m limitado a 7 dias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64592"/>
            <a:ext cx="8321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Conclusoes e Feedback sobre o Next.js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4992624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0" y="4992624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XXXXXX  /  N. XXXXXX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11480" y="1051560"/>
            <a:ext cx="8321040" cy="960120"/>
          </a:xfrm>
          <a:prstGeom prst="rect">
            <a:avLst/>
          </a:prstGeom>
          <a:solidFill>
            <a:srgbClr val="DBEAFE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115568"/>
            <a:ext cx="8046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Next.js revela-se uma escolha solida para aplicacoes web modernas: a renderizacao hibrida, o modelo full-stack e a Developer Experience justificam a sua adocao crescente. A curva de aprendizagem do App Router e real, mas o investimento e recompensado pela qualidade do produto final.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11480" y="2176272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fortes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2542032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Flexibilidade, DX, full-stack, performance, SEO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46320" y="2176272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223113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Pontos a melhorar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01768" y="2542032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de aprendizagem RSC, dependencia Vercel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11480" y="3364992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34198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Recomendacao de uso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66928" y="3730752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Adequado para e-commerce, SaaS, dashboards, portais de conteudo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846320" y="3364992"/>
            <a:ext cx="4251960" cy="1005840"/>
          </a:xfrm>
          <a:prstGeom prst="rect">
            <a:avLst/>
          </a:prstGeom>
          <a:solidFill>
            <a:srgbClr val="F1F5F9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01768" y="3419856"/>
            <a:ext cx="3931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Proximos passos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01768" y="3730752"/>
            <a:ext cx="393192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WebSocket, API oficial, mais indicadores, portfolio de utilizador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D4ED8"/>
          </a:solidFill>
          <a:ln w="12700">
            <a:solidFill>
              <a:srgbClr val="1D4E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956048"/>
            <a:ext cx="9144000" cy="3657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Questoes e Debate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2331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pela atencao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743200" y="2926080"/>
            <a:ext cx="3657600" cy="2743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312724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Estudante 1]  |  N. XXXXXX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57200" y="3538728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[Nome do Estudante 2]  |  N. XXXXXX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Web Programming  |  2025/2026 - 1. Semestre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Next.js – Advanced Web Programming</dc:title>
  <dc:subject>Advanced Web Programming</dc:subject>
  <dc:creator>[Nome do Estudante 1], [Nome do Estudante 2]</dc:creator>
  <cp:lastModifiedBy>[Nome do Estudante 1], [Nome do Estudante 2]</cp:lastModifiedBy>
  <cp:revision>1</cp:revision>
  <dcterms:created xsi:type="dcterms:W3CDTF">2026-05-18T09:14:58Z</dcterms:created>
  <dcterms:modified xsi:type="dcterms:W3CDTF">2026-05-18T09:14:58Z</dcterms:modified>
</cp:coreProperties>
</file>